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4"/>
  </p:sldMasterIdLst>
  <p:notesMasterIdLst>
    <p:notesMasterId r:id="rId6"/>
  </p:notesMasterIdLst>
  <p:handoutMasterIdLst>
    <p:handoutMasterId r:id="rId7"/>
  </p:handoutMasterIdLst>
  <p:sldIdLst>
    <p:sldId id="334" r:id="rId5"/>
  </p:sldIdLst>
  <p:sldSz cx="9144000" cy="6858000" type="screen4x3"/>
  <p:notesSz cx="6797675" cy="9926638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on" id="{78661C00-685E-4F50-B7BC-8B386ADB735B}">
          <p14:sldIdLst>
            <p14:sldId id="3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99" userDrawn="1">
          <p15:clr>
            <a:srgbClr val="A4A3A4"/>
          </p15:clr>
        </p15:guide>
        <p15:guide id="2" pos="249" userDrawn="1">
          <p15:clr>
            <a:srgbClr val="A4A3A4"/>
          </p15:clr>
        </p15:guide>
        <p15:guide id="3" pos="55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D40D34"/>
    <a:srgbClr val="083796"/>
    <a:srgbClr val="F5750B"/>
    <a:srgbClr val="FFEE46"/>
    <a:srgbClr val="D0C70A"/>
    <a:srgbClr val="062970"/>
    <a:srgbClr val="2D5499"/>
    <a:srgbClr val="6ABAD0"/>
    <a:srgbClr val="BDC7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0" autoAdjust="0"/>
    <p:restoredTop sz="94660"/>
  </p:normalViewPr>
  <p:slideViewPr>
    <p:cSldViewPr>
      <p:cViewPr varScale="1">
        <p:scale>
          <a:sx n="101" d="100"/>
          <a:sy n="101" d="100"/>
        </p:scale>
        <p:origin x="2124" y="108"/>
      </p:cViewPr>
      <p:guideLst>
        <p:guide orient="horz" pos="799"/>
        <p:guide pos="249"/>
        <p:guide pos="551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blo Sanz" userId="b60748b7-f2df-4c57-9ffa-ce60a404c4fa" providerId="ADAL" clId="{3DA5D019-CCA1-4BD5-8367-A08AEC2DFD03}"/>
    <pc:docChg chg="delSld delSection modSection">
      <pc:chgData name="Pablo Sanz" userId="b60748b7-f2df-4c57-9ffa-ce60a404c4fa" providerId="ADAL" clId="{3DA5D019-CCA1-4BD5-8367-A08AEC2DFD03}" dt="2025-11-15T13:52:38.813" v="4" actId="47"/>
      <pc:docMkLst>
        <pc:docMk/>
      </pc:docMkLst>
      <pc:sldChg chg="del">
        <pc:chgData name="Pablo Sanz" userId="b60748b7-f2df-4c57-9ffa-ce60a404c4fa" providerId="ADAL" clId="{3DA5D019-CCA1-4BD5-8367-A08AEC2DFD03}" dt="2025-11-15T13:52:33.158" v="1" actId="47"/>
        <pc:sldMkLst>
          <pc:docMk/>
          <pc:sldMk cId="0" sldId="257"/>
        </pc:sldMkLst>
      </pc:sldChg>
      <pc:sldChg chg="del">
        <pc:chgData name="Pablo Sanz" userId="b60748b7-f2df-4c57-9ffa-ce60a404c4fa" providerId="ADAL" clId="{3DA5D019-CCA1-4BD5-8367-A08AEC2DFD03}" dt="2025-11-15T13:52:28.519" v="0" actId="47"/>
        <pc:sldMkLst>
          <pc:docMk/>
          <pc:sldMk cId="2441411768" sldId="295"/>
        </pc:sldMkLst>
      </pc:sldChg>
      <pc:sldChg chg="del">
        <pc:chgData name="Pablo Sanz" userId="b60748b7-f2df-4c57-9ffa-ce60a404c4fa" providerId="ADAL" clId="{3DA5D019-CCA1-4BD5-8367-A08AEC2DFD03}" dt="2025-11-15T13:52:33.158" v="1" actId="47"/>
        <pc:sldMkLst>
          <pc:docMk/>
          <pc:sldMk cId="3972106050" sldId="335"/>
        </pc:sldMkLst>
      </pc:sldChg>
      <pc:sldChg chg="del">
        <pc:chgData name="Pablo Sanz" userId="b60748b7-f2df-4c57-9ffa-ce60a404c4fa" providerId="ADAL" clId="{3DA5D019-CCA1-4BD5-8367-A08AEC2DFD03}" dt="2025-11-15T13:52:33.158" v="1" actId="47"/>
        <pc:sldMkLst>
          <pc:docMk/>
          <pc:sldMk cId="1630953449" sldId="336"/>
        </pc:sldMkLst>
      </pc:sldChg>
      <pc:sldChg chg="del">
        <pc:chgData name="Pablo Sanz" userId="b60748b7-f2df-4c57-9ffa-ce60a404c4fa" providerId="ADAL" clId="{3DA5D019-CCA1-4BD5-8367-A08AEC2DFD03}" dt="2025-11-15T13:52:33.158" v="1" actId="47"/>
        <pc:sldMkLst>
          <pc:docMk/>
          <pc:sldMk cId="910241638" sldId="337"/>
        </pc:sldMkLst>
      </pc:sldChg>
      <pc:sldChg chg="del">
        <pc:chgData name="Pablo Sanz" userId="b60748b7-f2df-4c57-9ffa-ce60a404c4fa" providerId="ADAL" clId="{3DA5D019-CCA1-4BD5-8367-A08AEC2DFD03}" dt="2025-11-15T13:52:33.158" v="1" actId="47"/>
        <pc:sldMkLst>
          <pc:docMk/>
          <pc:sldMk cId="2876114064" sldId="338"/>
        </pc:sldMkLst>
      </pc:sldChg>
      <pc:sldChg chg="del">
        <pc:chgData name="Pablo Sanz" userId="b60748b7-f2df-4c57-9ffa-ce60a404c4fa" providerId="ADAL" clId="{3DA5D019-CCA1-4BD5-8367-A08AEC2DFD03}" dt="2025-11-15T13:52:33.158" v="1" actId="47"/>
        <pc:sldMkLst>
          <pc:docMk/>
          <pc:sldMk cId="3912809633" sldId="339"/>
        </pc:sldMkLst>
      </pc:sldChg>
      <pc:sldChg chg="del">
        <pc:chgData name="Pablo Sanz" userId="b60748b7-f2df-4c57-9ffa-ce60a404c4fa" providerId="ADAL" clId="{3DA5D019-CCA1-4BD5-8367-A08AEC2DFD03}" dt="2025-11-15T13:52:33.158" v="1" actId="47"/>
        <pc:sldMkLst>
          <pc:docMk/>
          <pc:sldMk cId="1961196676" sldId="340"/>
        </pc:sldMkLst>
      </pc:sldChg>
      <pc:sldChg chg="del">
        <pc:chgData name="Pablo Sanz" userId="b60748b7-f2df-4c57-9ffa-ce60a404c4fa" providerId="ADAL" clId="{3DA5D019-CCA1-4BD5-8367-A08AEC2DFD03}" dt="2025-11-15T13:52:33.158" v="1" actId="47"/>
        <pc:sldMkLst>
          <pc:docMk/>
          <pc:sldMk cId="3083179937" sldId="2147474026"/>
        </pc:sldMkLst>
      </pc:sldChg>
      <pc:sldChg chg="del">
        <pc:chgData name="Pablo Sanz" userId="b60748b7-f2df-4c57-9ffa-ce60a404c4fa" providerId="ADAL" clId="{3DA5D019-CCA1-4BD5-8367-A08AEC2DFD03}" dt="2025-11-15T13:52:33.158" v="1" actId="47"/>
        <pc:sldMkLst>
          <pc:docMk/>
          <pc:sldMk cId="195229177" sldId="2147474027"/>
        </pc:sldMkLst>
      </pc:sldChg>
      <pc:sldChg chg="del">
        <pc:chgData name="Pablo Sanz" userId="b60748b7-f2df-4c57-9ffa-ce60a404c4fa" providerId="ADAL" clId="{3DA5D019-CCA1-4BD5-8367-A08AEC2DFD03}" dt="2025-11-15T13:52:33.158" v="1" actId="47"/>
        <pc:sldMkLst>
          <pc:docMk/>
          <pc:sldMk cId="956919486" sldId="2147474028"/>
        </pc:sldMkLst>
      </pc:sldChg>
      <pc:sldChg chg="del">
        <pc:chgData name="Pablo Sanz" userId="b60748b7-f2df-4c57-9ffa-ce60a404c4fa" providerId="ADAL" clId="{3DA5D019-CCA1-4BD5-8367-A08AEC2DFD03}" dt="2025-11-15T13:52:33.158" v="1" actId="47"/>
        <pc:sldMkLst>
          <pc:docMk/>
          <pc:sldMk cId="991730709" sldId="2147474029"/>
        </pc:sldMkLst>
      </pc:sldChg>
      <pc:sldChg chg="del">
        <pc:chgData name="Pablo Sanz" userId="b60748b7-f2df-4c57-9ffa-ce60a404c4fa" providerId="ADAL" clId="{3DA5D019-CCA1-4BD5-8367-A08AEC2DFD03}" dt="2025-11-15T13:52:33.158" v="1" actId="47"/>
        <pc:sldMkLst>
          <pc:docMk/>
          <pc:sldMk cId="63013833" sldId="2147474030"/>
        </pc:sldMkLst>
      </pc:sldChg>
      <pc:sldChg chg="del">
        <pc:chgData name="Pablo Sanz" userId="b60748b7-f2df-4c57-9ffa-ce60a404c4fa" providerId="ADAL" clId="{3DA5D019-CCA1-4BD5-8367-A08AEC2DFD03}" dt="2025-11-15T13:52:33.158" v="1" actId="47"/>
        <pc:sldMkLst>
          <pc:docMk/>
          <pc:sldMk cId="3694997189" sldId="2147474031"/>
        </pc:sldMkLst>
      </pc:sldChg>
      <pc:sldChg chg="del">
        <pc:chgData name="Pablo Sanz" userId="b60748b7-f2df-4c57-9ffa-ce60a404c4fa" providerId="ADAL" clId="{3DA5D019-CCA1-4BD5-8367-A08AEC2DFD03}" dt="2025-11-15T13:52:33.158" v="1" actId="47"/>
        <pc:sldMkLst>
          <pc:docMk/>
          <pc:sldMk cId="3937063794" sldId="2147474032"/>
        </pc:sldMkLst>
      </pc:sldChg>
      <pc:sldChg chg="del">
        <pc:chgData name="Pablo Sanz" userId="b60748b7-f2df-4c57-9ffa-ce60a404c4fa" providerId="ADAL" clId="{3DA5D019-CCA1-4BD5-8367-A08AEC2DFD03}" dt="2025-11-15T13:52:33.158" v="1" actId="47"/>
        <pc:sldMkLst>
          <pc:docMk/>
          <pc:sldMk cId="2948245080" sldId="2147474033"/>
        </pc:sldMkLst>
      </pc:sldChg>
      <pc:sldChg chg="del">
        <pc:chgData name="Pablo Sanz" userId="b60748b7-f2df-4c57-9ffa-ce60a404c4fa" providerId="ADAL" clId="{3DA5D019-CCA1-4BD5-8367-A08AEC2DFD03}" dt="2025-11-15T13:52:33.158" v="1" actId="47"/>
        <pc:sldMkLst>
          <pc:docMk/>
          <pc:sldMk cId="3471979225" sldId="2147474042"/>
        </pc:sldMkLst>
      </pc:sldChg>
      <pc:sldMasterChg chg="delSldLayout">
        <pc:chgData name="Pablo Sanz" userId="b60748b7-f2df-4c57-9ffa-ce60a404c4fa" providerId="ADAL" clId="{3DA5D019-CCA1-4BD5-8367-A08AEC2DFD03}" dt="2025-11-15T13:52:33.158" v="1" actId="47"/>
        <pc:sldMasterMkLst>
          <pc:docMk/>
          <pc:sldMasterMk cId="2572454742" sldId="2147483653"/>
        </pc:sldMasterMkLst>
        <pc:sldLayoutChg chg="del">
          <pc:chgData name="Pablo Sanz" userId="b60748b7-f2df-4c57-9ffa-ce60a404c4fa" providerId="ADAL" clId="{3DA5D019-CCA1-4BD5-8367-A08AEC2DFD03}" dt="2025-11-15T13:52:33.158" v="1" actId="47"/>
          <pc:sldLayoutMkLst>
            <pc:docMk/>
            <pc:sldMasterMk cId="2572454742" sldId="2147483653"/>
            <pc:sldLayoutMk cId="1602334034" sldId="2147483659"/>
          </pc:sldLayoutMkLst>
        </pc:sldLayoutChg>
      </pc:sldMasterChg>
    </pc:docChg>
  </pc:docChgLst>
  <pc:docChgLst>
    <pc:chgData name="Pablo Sanz" userId="b60748b7-f2df-4c57-9ffa-ce60a404c4fa" providerId="ADAL" clId="{3445D012-336F-49A7-A294-E71B7694E80C}"/>
    <pc:docChg chg="undo redo custSel addSld delSld modSld sldOrd addSection modSection">
      <pc:chgData name="Pablo Sanz" userId="b60748b7-f2df-4c57-9ffa-ce60a404c4fa" providerId="ADAL" clId="{3445D012-336F-49A7-A294-E71B7694E80C}" dt="2025-05-23T10:33:06.649" v="4572" actId="20577"/>
      <pc:docMkLst>
        <pc:docMk/>
      </pc:docMkLst>
      <pc:sldChg chg="addSp modSp mod">
        <pc:chgData name="Pablo Sanz" userId="b60748b7-f2df-4c57-9ffa-ce60a404c4fa" providerId="ADAL" clId="{3445D012-336F-49A7-A294-E71B7694E80C}" dt="2025-04-25T18:14:44.696" v="620" actId="1076"/>
        <pc:sldMkLst>
          <pc:docMk/>
          <pc:sldMk cId="1648622587" sldId="334"/>
        </pc:sldMkLst>
      </pc:sldChg>
      <pc:sldChg chg="addSp delSp modSp add mod">
        <pc:chgData name="Pablo Sanz" userId="b60748b7-f2df-4c57-9ffa-ce60a404c4fa" providerId="ADAL" clId="{3445D012-336F-49A7-A294-E71B7694E80C}" dt="2025-04-25T18:01:20.653" v="254" actId="20577"/>
        <pc:sldMkLst>
          <pc:docMk/>
          <pc:sldMk cId="3972106050" sldId="335"/>
        </pc:sldMkLst>
      </pc:sldChg>
      <pc:sldChg chg="modSp add mod ord">
        <pc:chgData name="Pablo Sanz" userId="b60748b7-f2df-4c57-9ffa-ce60a404c4fa" providerId="ADAL" clId="{3445D012-336F-49A7-A294-E71B7694E80C}" dt="2025-04-25T18:26:54.754" v="1116" actId="20577"/>
        <pc:sldMkLst>
          <pc:docMk/>
          <pc:sldMk cId="1630953449" sldId="336"/>
        </pc:sldMkLst>
      </pc:sldChg>
      <pc:sldChg chg="modSp add mod">
        <pc:chgData name="Pablo Sanz" userId="b60748b7-f2df-4c57-9ffa-ce60a404c4fa" providerId="ADAL" clId="{3445D012-336F-49A7-A294-E71B7694E80C}" dt="2025-05-23T10:33:06.649" v="4572" actId="20577"/>
        <pc:sldMkLst>
          <pc:docMk/>
          <pc:sldMk cId="910241638" sldId="337"/>
        </pc:sldMkLst>
      </pc:sldChg>
      <pc:sldChg chg="add del">
        <pc:chgData name="Pablo Sanz" userId="b60748b7-f2df-4c57-9ffa-ce60a404c4fa" providerId="ADAL" clId="{3445D012-336F-49A7-A294-E71B7694E80C}" dt="2025-04-25T18:15:18.825" v="624" actId="47"/>
        <pc:sldMkLst>
          <pc:docMk/>
          <pc:sldMk cId="2326715694" sldId="338"/>
        </pc:sldMkLst>
      </pc:sldChg>
      <pc:sldChg chg="addSp modSp add mod ord">
        <pc:chgData name="Pablo Sanz" userId="b60748b7-f2df-4c57-9ffa-ce60a404c4fa" providerId="ADAL" clId="{3445D012-336F-49A7-A294-E71B7694E80C}" dt="2025-04-25T18:28:39.149" v="1192" actId="20577"/>
        <pc:sldMkLst>
          <pc:docMk/>
          <pc:sldMk cId="2876114064" sldId="338"/>
        </pc:sldMkLst>
      </pc:sldChg>
      <pc:sldChg chg="addSp delSp modSp add mod">
        <pc:chgData name="Pablo Sanz" userId="b60748b7-f2df-4c57-9ffa-ce60a404c4fa" providerId="ADAL" clId="{3445D012-336F-49A7-A294-E71B7694E80C}" dt="2025-05-23T10:28:57.545" v="4517" actId="20577"/>
        <pc:sldMkLst>
          <pc:docMk/>
          <pc:sldMk cId="3912809633" sldId="339"/>
        </pc:sldMkLst>
      </pc:sldChg>
      <pc:sldChg chg="addSp delSp modSp add mod">
        <pc:chgData name="Pablo Sanz" userId="b60748b7-f2df-4c57-9ffa-ce60a404c4fa" providerId="ADAL" clId="{3445D012-336F-49A7-A294-E71B7694E80C}" dt="2025-04-26T10:18:22.926" v="1502" actId="207"/>
        <pc:sldMkLst>
          <pc:docMk/>
          <pc:sldMk cId="1961196676" sldId="340"/>
        </pc:sldMkLst>
      </pc:sldChg>
      <pc:sldChg chg="modSp add del mod">
        <pc:chgData name="Pablo Sanz" userId="b60748b7-f2df-4c57-9ffa-ce60a404c4fa" providerId="ADAL" clId="{3445D012-336F-49A7-A294-E71B7694E80C}" dt="2025-04-26T10:14:02.187" v="1456" actId="47"/>
        <pc:sldMkLst>
          <pc:docMk/>
          <pc:sldMk cId="2952024714" sldId="2147473978"/>
        </pc:sldMkLst>
      </pc:sldChg>
      <pc:sldChg chg="modSp add del mod">
        <pc:chgData name="Pablo Sanz" userId="b60748b7-f2df-4c57-9ffa-ce60a404c4fa" providerId="ADAL" clId="{3445D012-336F-49A7-A294-E71B7694E80C}" dt="2025-04-26T10:39:36.932" v="1503" actId="47"/>
        <pc:sldMkLst>
          <pc:docMk/>
          <pc:sldMk cId="3353819699" sldId="2147473980"/>
        </pc:sldMkLst>
      </pc:sldChg>
      <pc:sldChg chg="modSp add del mod">
        <pc:chgData name="Pablo Sanz" userId="b60748b7-f2df-4c57-9ffa-ce60a404c4fa" providerId="ADAL" clId="{3445D012-336F-49A7-A294-E71B7694E80C}" dt="2025-04-26T07:50:11.329" v="1272" actId="47"/>
        <pc:sldMkLst>
          <pc:docMk/>
          <pc:sldMk cId="2772237289" sldId="2147473983"/>
        </pc:sldMkLst>
      </pc:sldChg>
      <pc:sldChg chg="modSp add del mod ord">
        <pc:chgData name="Pablo Sanz" userId="b60748b7-f2df-4c57-9ffa-ce60a404c4fa" providerId="ADAL" clId="{3445D012-336F-49A7-A294-E71B7694E80C}" dt="2025-05-12T06:05:30.461" v="3760" actId="47"/>
        <pc:sldMkLst>
          <pc:docMk/>
          <pc:sldMk cId="2127246953" sldId="2147473984"/>
        </pc:sldMkLst>
      </pc:sldChg>
      <pc:sldChg chg="modSp add mod ord">
        <pc:chgData name="Pablo Sanz" userId="b60748b7-f2df-4c57-9ffa-ce60a404c4fa" providerId="ADAL" clId="{3445D012-336F-49A7-A294-E71B7694E80C}" dt="2025-05-12T06:09:15.753" v="3767"/>
        <pc:sldMkLst>
          <pc:docMk/>
          <pc:sldMk cId="3504083086" sldId="2147474003"/>
        </pc:sldMkLst>
      </pc:sldChg>
      <pc:sldChg chg="modSp add del mod">
        <pc:chgData name="Pablo Sanz" userId="b60748b7-f2df-4c57-9ffa-ce60a404c4fa" providerId="ADAL" clId="{3445D012-336F-49A7-A294-E71B7694E80C}" dt="2025-04-26T10:06:12.065" v="1410" actId="47"/>
        <pc:sldMkLst>
          <pc:docMk/>
          <pc:sldMk cId="143304954" sldId="2147474024"/>
        </pc:sldMkLst>
      </pc:sldChg>
      <pc:sldChg chg="addSp delSp modSp add del mod">
        <pc:chgData name="Pablo Sanz" userId="b60748b7-f2df-4c57-9ffa-ce60a404c4fa" providerId="ADAL" clId="{3445D012-336F-49A7-A294-E71B7694E80C}" dt="2025-04-26T10:58:09.031" v="1699" actId="47"/>
        <pc:sldMkLst>
          <pc:docMk/>
          <pc:sldMk cId="3974225013" sldId="2147474025"/>
        </pc:sldMkLst>
      </pc:sldChg>
      <pc:sldChg chg="addSp delSp modSp add mod">
        <pc:chgData name="Pablo Sanz" userId="b60748b7-f2df-4c57-9ffa-ce60a404c4fa" providerId="ADAL" clId="{3445D012-336F-49A7-A294-E71B7694E80C}" dt="2025-04-26T10:49:10.186" v="1658" actId="20577"/>
        <pc:sldMkLst>
          <pc:docMk/>
          <pc:sldMk cId="3083179937" sldId="2147474026"/>
        </pc:sldMkLst>
      </pc:sldChg>
      <pc:sldChg chg="addSp delSp modSp add mod">
        <pc:chgData name="Pablo Sanz" userId="b60748b7-f2df-4c57-9ffa-ce60a404c4fa" providerId="ADAL" clId="{3445D012-336F-49A7-A294-E71B7694E80C}" dt="2025-04-26T10:58:30.050" v="1701" actId="1076"/>
        <pc:sldMkLst>
          <pc:docMk/>
          <pc:sldMk cId="195229177" sldId="2147474027"/>
        </pc:sldMkLst>
      </pc:sldChg>
      <pc:sldChg chg="addSp delSp modSp add mod">
        <pc:chgData name="Pablo Sanz" userId="b60748b7-f2df-4c57-9ffa-ce60a404c4fa" providerId="ADAL" clId="{3445D012-336F-49A7-A294-E71B7694E80C}" dt="2025-04-26T11:25:33.340" v="1936" actId="1076"/>
        <pc:sldMkLst>
          <pc:docMk/>
          <pc:sldMk cId="956919486" sldId="2147474028"/>
        </pc:sldMkLst>
      </pc:sldChg>
      <pc:sldChg chg="addSp delSp modSp add mod">
        <pc:chgData name="Pablo Sanz" userId="b60748b7-f2df-4c57-9ffa-ce60a404c4fa" providerId="ADAL" clId="{3445D012-336F-49A7-A294-E71B7694E80C}" dt="2025-05-08T21:08:45.349" v="3346" actId="20577"/>
        <pc:sldMkLst>
          <pc:docMk/>
          <pc:sldMk cId="991730709" sldId="2147474029"/>
        </pc:sldMkLst>
      </pc:sldChg>
      <pc:sldChg chg="delSp modSp add mod modNotesTx">
        <pc:chgData name="Pablo Sanz" userId="b60748b7-f2df-4c57-9ffa-ce60a404c4fa" providerId="ADAL" clId="{3445D012-336F-49A7-A294-E71B7694E80C}" dt="2025-05-08T20:52:19.762" v="2931" actId="20577"/>
        <pc:sldMkLst>
          <pc:docMk/>
          <pc:sldMk cId="63013833" sldId="2147474030"/>
        </pc:sldMkLst>
      </pc:sldChg>
      <pc:sldChg chg="add del">
        <pc:chgData name="Pablo Sanz" userId="b60748b7-f2df-4c57-9ffa-ce60a404c4fa" providerId="ADAL" clId="{3445D012-336F-49A7-A294-E71B7694E80C}" dt="2025-05-08T20:43:27.731" v="2151"/>
        <pc:sldMkLst>
          <pc:docMk/>
          <pc:sldMk cId="3911265853" sldId="2147474030"/>
        </pc:sldMkLst>
      </pc:sldChg>
      <pc:sldChg chg="addSp delSp modSp add mod modNotesTx">
        <pc:chgData name="Pablo Sanz" userId="b60748b7-f2df-4c57-9ffa-ce60a404c4fa" providerId="ADAL" clId="{3445D012-336F-49A7-A294-E71B7694E80C}" dt="2025-05-08T21:13:27.024" v="3469" actId="108"/>
        <pc:sldMkLst>
          <pc:docMk/>
          <pc:sldMk cId="3694997189" sldId="2147474031"/>
        </pc:sldMkLst>
      </pc:sldChg>
      <pc:sldChg chg="addSp delSp modSp add mod">
        <pc:chgData name="Pablo Sanz" userId="b60748b7-f2df-4c57-9ffa-ce60a404c4fa" providerId="ADAL" clId="{3445D012-336F-49A7-A294-E71B7694E80C}" dt="2025-05-08T21:11:22.933" v="3424" actId="12788"/>
        <pc:sldMkLst>
          <pc:docMk/>
          <pc:sldMk cId="3937063794" sldId="2147474032"/>
        </pc:sldMkLst>
      </pc:sldChg>
      <pc:sldChg chg="addSp delSp modSp add mod">
        <pc:chgData name="Pablo Sanz" userId="b60748b7-f2df-4c57-9ffa-ce60a404c4fa" providerId="ADAL" clId="{3445D012-336F-49A7-A294-E71B7694E80C}" dt="2025-05-08T21:22:42.751" v="3641" actId="12788"/>
        <pc:sldMkLst>
          <pc:docMk/>
          <pc:sldMk cId="2948245080" sldId="2147474033"/>
        </pc:sldMkLst>
      </pc:sldChg>
      <pc:sldChg chg="addSp modSp add del">
        <pc:chgData name="Pablo Sanz" userId="b60748b7-f2df-4c57-9ffa-ce60a404c4fa" providerId="ADAL" clId="{3445D012-336F-49A7-A294-E71B7694E80C}" dt="2025-05-08T21:23:26.012" v="3644" actId="47"/>
        <pc:sldMkLst>
          <pc:docMk/>
          <pc:sldMk cId="878473937" sldId="2147474034"/>
        </pc:sldMkLst>
      </pc:sldChg>
      <pc:sldChg chg="addSp delSp modSp add mod">
        <pc:chgData name="Pablo Sanz" userId="b60748b7-f2df-4c57-9ffa-ce60a404c4fa" providerId="ADAL" clId="{3445D012-336F-49A7-A294-E71B7694E80C}" dt="2025-05-12T06:04:47.835" v="3759" actId="14100"/>
        <pc:sldMkLst>
          <pc:docMk/>
          <pc:sldMk cId="3515729321" sldId="2147474034"/>
        </pc:sldMkLst>
      </pc:sldChg>
      <pc:sldChg chg="modSp add mod">
        <pc:chgData name="Pablo Sanz" userId="b60748b7-f2df-4c57-9ffa-ce60a404c4fa" providerId="ADAL" clId="{3445D012-336F-49A7-A294-E71B7694E80C}" dt="2025-05-12T06:09:50.443" v="3771" actId="27636"/>
        <pc:sldMkLst>
          <pc:docMk/>
          <pc:sldMk cId="1441960302" sldId="2147474035"/>
        </pc:sldMkLst>
      </pc:sldChg>
      <pc:sldChg chg="modSp add mod">
        <pc:chgData name="Pablo Sanz" userId="b60748b7-f2df-4c57-9ffa-ce60a404c4fa" providerId="ADAL" clId="{3445D012-336F-49A7-A294-E71B7694E80C}" dt="2025-05-23T10:32:42.474" v="4532" actId="20577"/>
        <pc:sldMkLst>
          <pc:docMk/>
          <pc:sldMk cId="3633853361" sldId="2147474036"/>
        </pc:sldMkLst>
      </pc:sldChg>
      <pc:sldChg chg="modSp add mod">
        <pc:chgData name="Pablo Sanz" userId="b60748b7-f2df-4c57-9ffa-ce60a404c4fa" providerId="ADAL" clId="{3445D012-336F-49A7-A294-E71B7694E80C}" dt="2025-05-12T06:26:59.339" v="4076" actId="20577"/>
        <pc:sldMkLst>
          <pc:docMk/>
          <pc:sldMk cId="4254767141" sldId="2147474037"/>
        </pc:sldMkLst>
      </pc:sldChg>
      <pc:sldChg chg="addSp delSp modSp add mod">
        <pc:chgData name="Pablo Sanz" userId="b60748b7-f2df-4c57-9ffa-ce60a404c4fa" providerId="ADAL" clId="{3445D012-336F-49A7-A294-E71B7694E80C}" dt="2025-05-12T06:45:25.291" v="4416" actId="12788"/>
        <pc:sldMkLst>
          <pc:docMk/>
          <pc:sldMk cId="2509343801" sldId="2147474038"/>
        </pc:sldMkLst>
      </pc:sldChg>
      <pc:sldChg chg="delSp add del">
        <pc:chgData name="Pablo Sanz" userId="b60748b7-f2df-4c57-9ffa-ce60a404c4fa" providerId="ADAL" clId="{3445D012-336F-49A7-A294-E71B7694E80C}" dt="2025-05-12T06:40:53.535" v="4156" actId="47"/>
        <pc:sldMkLst>
          <pc:docMk/>
          <pc:sldMk cId="2510353451" sldId="2147474039"/>
        </pc:sldMkLst>
      </pc:sldChg>
      <pc:sldMasterChg chg="delSldLayout">
        <pc:chgData name="Pablo Sanz" userId="b60748b7-f2df-4c57-9ffa-ce60a404c4fa" providerId="ADAL" clId="{3445D012-336F-49A7-A294-E71B7694E80C}" dt="2025-04-26T07:50:11.329" v="1272" actId="47"/>
        <pc:sldMasterMkLst>
          <pc:docMk/>
          <pc:sldMasterMk cId="2572454742" sldId="2147483653"/>
        </pc:sldMasterMkLst>
        <pc:sldLayoutChg chg="del">
          <pc:chgData name="Pablo Sanz" userId="b60748b7-f2df-4c57-9ffa-ce60a404c4fa" providerId="ADAL" clId="{3445D012-336F-49A7-A294-E71B7694E80C}" dt="2025-04-26T07:50:11.329" v="1272" actId="47"/>
          <pc:sldLayoutMkLst>
            <pc:docMk/>
            <pc:sldMasterMk cId="2572454742" sldId="2147483653"/>
            <pc:sldLayoutMk cId="2500194487" sldId="2147483660"/>
          </pc:sldLayoutMkLst>
        </pc:sldLayoutChg>
      </pc:sldMasterChg>
    </pc:docChg>
  </pc:docChgLst>
  <pc:docChgLst>
    <pc:chgData name="Pablo Sanz" userId="b60748b7-f2df-4c57-9ffa-ce60a404c4fa" providerId="ADAL" clId="{E2183A74-4916-4584-8C4F-CFE0901D6BAA}"/>
    <pc:docChg chg="custSel addSld delSld modSld sldOrd addSection delSection modSection">
      <pc:chgData name="Pablo Sanz" userId="b60748b7-f2df-4c57-9ffa-ce60a404c4fa" providerId="ADAL" clId="{E2183A74-4916-4584-8C4F-CFE0901D6BAA}" dt="2025-05-27T21:57:40.653" v="314" actId="20577"/>
      <pc:docMkLst>
        <pc:docMk/>
      </pc:docMkLst>
      <pc:sldChg chg="modSp mod">
        <pc:chgData name="Pablo Sanz" userId="b60748b7-f2df-4c57-9ffa-ce60a404c4fa" providerId="ADAL" clId="{E2183A74-4916-4584-8C4F-CFE0901D6BAA}" dt="2025-05-23T10:38:31.961" v="16" actId="20577"/>
        <pc:sldMkLst>
          <pc:docMk/>
          <pc:sldMk cId="1648622587" sldId="334"/>
        </pc:sldMkLst>
      </pc:sldChg>
      <pc:sldChg chg="modSp mod">
        <pc:chgData name="Pablo Sanz" userId="b60748b7-f2df-4c57-9ffa-ce60a404c4fa" providerId="ADAL" clId="{E2183A74-4916-4584-8C4F-CFE0901D6BAA}" dt="2025-05-25T19:24:55.923" v="43" actId="20577"/>
        <pc:sldMkLst>
          <pc:docMk/>
          <pc:sldMk cId="1630953449" sldId="336"/>
        </pc:sldMkLst>
      </pc:sldChg>
      <pc:sldChg chg="modSp mod">
        <pc:chgData name="Pablo Sanz" userId="b60748b7-f2df-4c57-9ffa-ce60a404c4fa" providerId="ADAL" clId="{E2183A74-4916-4584-8C4F-CFE0901D6BAA}" dt="2025-05-27T21:55:49.890" v="274" actId="20577"/>
        <pc:sldMkLst>
          <pc:docMk/>
          <pc:sldMk cId="910241638" sldId="337"/>
        </pc:sldMkLst>
      </pc:sldChg>
      <pc:sldChg chg="modSp mod">
        <pc:chgData name="Pablo Sanz" userId="b60748b7-f2df-4c57-9ffa-ce60a404c4fa" providerId="ADAL" clId="{E2183A74-4916-4584-8C4F-CFE0901D6BAA}" dt="2025-05-27T21:56:18.421" v="286" actId="20577"/>
        <pc:sldMkLst>
          <pc:docMk/>
          <pc:sldMk cId="2876114064" sldId="338"/>
        </pc:sldMkLst>
      </pc:sldChg>
      <pc:sldChg chg="delSp modSp mod ord">
        <pc:chgData name="Pablo Sanz" userId="b60748b7-f2df-4c57-9ffa-ce60a404c4fa" providerId="ADAL" clId="{E2183A74-4916-4584-8C4F-CFE0901D6BAA}" dt="2025-05-27T21:55:42.633" v="268" actId="1076"/>
        <pc:sldMkLst>
          <pc:docMk/>
          <pc:sldMk cId="3912809633" sldId="339"/>
        </pc:sldMkLst>
      </pc:sldChg>
      <pc:sldChg chg="del">
        <pc:chgData name="Pablo Sanz" userId="b60748b7-f2df-4c57-9ffa-ce60a404c4fa" providerId="ADAL" clId="{E2183A74-4916-4584-8C4F-CFE0901D6BAA}" dt="2025-05-23T10:40:00.578" v="21" actId="47"/>
        <pc:sldMkLst>
          <pc:docMk/>
          <pc:sldMk cId="3504083086" sldId="2147474003"/>
        </pc:sldMkLst>
      </pc:sldChg>
      <pc:sldChg chg="modSp mod">
        <pc:chgData name="Pablo Sanz" userId="b60748b7-f2df-4c57-9ffa-ce60a404c4fa" providerId="ADAL" clId="{E2183A74-4916-4584-8C4F-CFE0901D6BAA}" dt="2025-05-25T19:26:02.803" v="68" actId="14100"/>
        <pc:sldMkLst>
          <pc:docMk/>
          <pc:sldMk cId="991730709" sldId="2147474029"/>
        </pc:sldMkLst>
      </pc:sldChg>
      <pc:sldChg chg="modSp mod">
        <pc:chgData name="Pablo Sanz" userId="b60748b7-f2df-4c57-9ffa-ce60a404c4fa" providerId="ADAL" clId="{E2183A74-4916-4584-8C4F-CFE0901D6BAA}" dt="2025-05-27T21:57:40.653" v="314" actId="20577"/>
        <pc:sldMkLst>
          <pc:docMk/>
          <pc:sldMk cId="3937063794" sldId="2147474032"/>
        </pc:sldMkLst>
      </pc:sldChg>
      <pc:sldChg chg="del">
        <pc:chgData name="Pablo Sanz" userId="b60748b7-f2df-4c57-9ffa-ce60a404c4fa" providerId="ADAL" clId="{E2183A74-4916-4584-8C4F-CFE0901D6BAA}" dt="2025-05-25T19:22:02.271" v="22" actId="2696"/>
        <pc:sldMkLst>
          <pc:docMk/>
          <pc:sldMk cId="3515729321" sldId="2147474034"/>
        </pc:sldMkLst>
      </pc:sldChg>
      <pc:sldChg chg="del">
        <pc:chgData name="Pablo Sanz" userId="b60748b7-f2df-4c57-9ffa-ce60a404c4fa" providerId="ADAL" clId="{E2183A74-4916-4584-8C4F-CFE0901D6BAA}" dt="2025-05-23T10:40:00.578" v="21" actId="47"/>
        <pc:sldMkLst>
          <pc:docMk/>
          <pc:sldMk cId="1441960302" sldId="2147474035"/>
        </pc:sldMkLst>
      </pc:sldChg>
      <pc:sldChg chg="del">
        <pc:chgData name="Pablo Sanz" userId="b60748b7-f2df-4c57-9ffa-ce60a404c4fa" providerId="ADAL" clId="{E2183A74-4916-4584-8C4F-CFE0901D6BAA}" dt="2025-05-23T10:40:00.578" v="21" actId="47"/>
        <pc:sldMkLst>
          <pc:docMk/>
          <pc:sldMk cId="3633853361" sldId="2147474036"/>
        </pc:sldMkLst>
      </pc:sldChg>
      <pc:sldChg chg="del">
        <pc:chgData name="Pablo Sanz" userId="b60748b7-f2df-4c57-9ffa-ce60a404c4fa" providerId="ADAL" clId="{E2183A74-4916-4584-8C4F-CFE0901D6BAA}" dt="2025-05-23T10:40:00.578" v="21" actId="47"/>
        <pc:sldMkLst>
          <pc:docMk/>
          <pc:sldMk cId="4254767141" sldId="2147474037"/>
        </pc:sldMkLst>
      </pc:sldChg>
      <pc:sldChg chg="del">
        <pc:chgData name="Pablo Sanz" userId="b60748b7-f2df-4c57-9ffa-ce60a404c4fa" providerId="ADAL" clId="{E2183A74-4916-4584-8C4F-CFE0901D6BAA}" dt="2025-05-23T10:40:00.578" v="21" actId="47"/>
        <pc:sldMkLst>
          <pc:docMk/>
          <pc:sldMk cId="2509343801" sldId="2147474038"/>
        </pc:sldMkLst>
      </pc:sldChg>
      <pc:sldChg chg="modSp add mod">
        <pc:chgData name="Pablo Sanz" userId="b60748b7-f2df-4c57-9ffa-ce60a404c4fa" providerId="ADAL" clId="{E2183A74-4916-4584-8C4F-CFE0901D6BAA}" dt="2025-05-25T19:26:19.415" v="117" actId="20577"/>
        <pc:sldMkLst>
          <pc:docMk/>
          <pc:sldMk cId="3471979225" sldId="2147474042"/>
        </pc:sldMkLst>
      </pc:sldChg>
      <pc:sldMasterChg chg="delSldLayout">
        <pc:chgData name="Pablo Sanz" userId="b60748b7-f2df-4c57-9ffa-ce60a404c4fa" providerId="ADAL" clId="{E2183A74-4916-4584-8C4F-CFE0901D6BAA}" dt="2025-05-23T10:40:00.578" v="21" actId="47"/>
        <pc:sldMasterMkLst>
          <pc:docMk/>
          <pc:sldMasterMk cId="2572454742" sldId="2147483653"/>
        </pc:sldMasterMkLst>
        <pc:sldLayoutChg chg="del">
          <pc:chgData name="Pablo Sanz" userId="b60748b7-f2df-4c57-9ffa-ce60a404c4fa" providerId="ADAL" clId="{E2183A74-4916-4584-8C4F-CFE0901D6BAA}" dt="2025-05-23T10:40:00.578" v="21" actId="47"/>
          <pc:sldLayoutMkLst>
            <pc:docMk/>
            <pc:sldMasterMk cId="2572454742" sldId="2147483653"/>
            <pc:sldLayoutMk cId="1427469889" sldId="214748366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B7E6F-32B6-4D71-B377-734A03E6F81B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D2714-3170-454D-BDE7-33312AC0515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03692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6DFC6-7D9C-4B63-B8DE-A4BEF951172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F8B64C-EDD0-41C9-AB7F-26F0E93D3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4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97DD6-C3EF-4EDC-A764-DBBB13B38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4B237E-3366-49DC-A5B2-875AB14CB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13 Rectángulo">
            <a:extLst>
              <a:ext uri="{FF2B5EF4-FFF2-40B4-BE49-F238E27FC236}">
                <a16:creationId xmlns:a16="http://schemas.microsoft.com/office/drawing/2014/main" id="{D6C32259-CF4F-40D9-87EA-B3A647A1591D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B3E2DF03-2CE7-4A9C-A771-591251BBF9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19 Imagen" descr="CESTE blanco estrella roja sin coletilla.png">
            <a:extLst>
              <a:ext uri="{FF2B5EF4-FFF2-40B4-BE49-F238E27FC236}">
                <a16:creationId xmlns:a16="http://schemas.microsoft.com/office/drawing/2014/main" id="{AE4FCCDC-943C-4720-9545-D9B580615F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77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EA877-320E-4E53-A0C7-FC3A97FFA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2BCAAD-0433-4C53-959E-D88902C1DF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96752"/>
            <a:ext cx="3867150" cy="4351338"/>
          </a:xfr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5E6915-382E-4217-ACD9-6D0136062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196752"/>
            <a:ext cx="386715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13 Rectángulo">
            <a:extLst>
              <a:ext uri="{FF2B5EF4-FFF2-40B4-BE49-F238E27FC236}">
                <a16:creationId xmlns:a16="http://schemas.microsoft.com/office/drawing/2014/main" id="{C0036AAF-5A53-4151-90BE-48F07F7AB8C7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B0E4B335-D332-4E06-AE4D-5E17D86033F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19 Imagen" descr="CESTE blanco estrella roja sin coletilla.png">
            <a:extLst>
              <a:ext uri="{FF2B5EF4-FFF2-40B4-BE49-F238E27FC236}">
                <a16:creationId xmlns:a16="http://schemas.microsoft.com/office/drawing/2014/main" id="{13C02505-FECE-4A29-9F34-42CD3910D9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49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EEDE8-238D-431B-9E02-ECEA5C508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543595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4FC885-D21E-4C6F-92A4-7DF46EB72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152748"/>
            <a:ext cx="3868737" cy="692076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430F69-62A4-47BE-B8E1-BDB77F91F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976660"/>
            <a:ext cx="386873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336B7D7-2137-443B-B8F2-2827DBA756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152748"/>
            <a:ext cx="3887788" cy="692076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A41CAA0-A338-4726-AD36-E9CAB2E329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976660"/>
            <a:ext cx="38877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0" name="13 Rectángulo">
            <a:extLst>
              <a:ext uri="{FF2B5EF4-FFF2-40B4-BE49-F238E27FC236}">
                <a16:creationId xmlns:a16="http://schemas.microsoft.com/office/drawing/2014/main" id="{CADFFFF2-D07E-48B3-B746-4C1E4E0D3EE7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926C383A-DA23-4774-90AB-96458016A6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19 Imagen" descr="CESTE blanco estrella roja sin coletilla.png">
            <a:extLst>
              <a:ext uri="{FF2B5EF4-FFF2-40B4-BE49-F238E27FC236}">
                <a16:creationId xmlns:a16="http://schemas.microsoft.com/office/drawing/2014/main" id="{372DB351-4074-41B1-8D78-45083290FC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715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E6F0CB5-4C9C-47CC-9AC6-73C1D182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543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8939DD-6314-46C2-B153-796562A40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124744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572454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7" r:id="rId2"/>
    <p:sldLayoutId id="214748365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linkedin.com/in/pablosanzcaperot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7CA8ACE-8229-462D-A48C-A7D84E241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¿Quién soy?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8484274-BA79-4C9E-8923-FD8913A6A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28567"/>
            <a:ext cx="7886700" cy="4392488"/>
          </a:xfrm>
        </p:spPr>
        <p:txBody>
          <a:bodyPr>
            <a:normAutofit/>
          </a:bodyPr>
          <a:lstStyle/>
          <a:p>
            <a:r>
              <a:rPr lang="es-ES" dirty="0"/>
              <a:t>Pablo Sanz </a:t>
            </a:r>
            <a:r>
              <a:rPr lang="es-ES" dirty="0" err="1"/>
              <a:t>Caperote</a:t>
            </a:r>
            <a:endParaRPr lang="es-ES" dirty="0"/>
          </a:p>
          <a:p>
            <a:endParaRPr lang="es-ES" dirty="0"/>
          </a:p>
          <a:p>
            <a:r>
              <a:rPr lang="es-ES" dirty="0"/>
              <a:t>Doble Grado en Ingeniería Informática – Matemáticas</a:t>
            </a:r>
          </a:p>
          <a:p>
            <a:endParaRPr lang="es-ES" dirty="0"/>
          </a:p>
          <a:p>
            <a:r>
              <a:rPr lang="es-ES" dirty="0"/>
              <a:t>Profesional con más </a:t>
            </a:r>
            <a:r>
              <a:rPr lang="es-ES"/>
              <a:t>de 4 </a:t>
            </a:r>
            <a:r>
              <a:rPr lang="es-ES" dirty="0"/>
              <a:t>años de experiencia entorno al mundo de los datos.</a:t>
            </a:r>
          </a:p>
          <a:p>
            <a:endParaRPr lang="es-ES" dirty="0"/>
          </a:p>
          <a:p>
            <a:r>
              <a:rPr lang="es-ES" dirty="0"/>
              <a:t>Casi 2 años trabajando con </a:t>
            </a:r>
            <a:r>
              <a:rPr lang="es-ES" dirty="0" err="1"/>
              <a:t>Databricks</a:t>
            </a:r>
            <a:endParaRPr lang="es-ES" dirty="0"/>
          </a:p>
          <a:p>
            <a:endParaRPr lang="es-ES" dirty="0"/>
          </a:p>
          <a:p>
            <a:r>
              <a:rPr lang="es-ES" dirty="0"/>
              <a:t>Varias certificaciones en </a:t>
            </a:r>
            <a:r>
              <a:rPr lang="es-ES" dirty="0" err="1"/>
              <a:t>Clouds</a:t>
            </a:r>
            <a:r>
              <a:rPr lang="es-ES" dirty="0"/>
              <a:t> (AWS, Azure, GCP)</a:t>
            </a:r>
          </a:p>
        </p:txBody>
      </p:sp>
      <p:pic>
        <p:nvPicPr>
          <p:cNvPr id="3" name="Picture 2" descr="A person in a blue suit&#10;&#10;AI-generated content may be incorrect.">
            <a:extLst>
              <a:ext uri="{FF2B5EF4-FFF2-40B4-BE49-F238E27FC236}">
                <a16:creationId xmlns:a16="http://schemas.microsoft.com/office/drawing/2014/main" id="{9BDC8E4B-EF5B-569E-DCCA-D6C0F6FE7D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38" t="19626" r="8797" b="19187"/>
          <a:stretch/>
        </p:blipFill>
        <p:spPr>
          <a:xfrm>
            <a:off x="6714356" y="170638"/>
            <a:ext cx="1800200" cy="1908212"/>
          </a:xfrm>
          <a:prstGeom prst="ellipse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5301FA-022B-9DAA-2979-7B704D9BA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5721635"/>
            <a:ext cx="278160" cy="2781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E41BCB-D086-EBC0-7C16-34EC068C1E19}"/>
              </a:ext>
            </a:extLst>
          </p:cNvPr>
          <p:cNvSpPr txBox="1"/>
          <p:nvPr/>
        </p:nvSpPr>
        <p:spPr>
          <a:xfrm>
            <a:off x="3036615" y="5722216"/>
            <a:ext cx="27461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1200" b="0" i="0" dirty="0">
                <a:effectLst/>
                <a:latin typeface="-apple-system"/>
                <a:hlinkClick r:id="rId4"/>
              </a:rPr>
              <a:t>www.linkedin.com/in/pablosanzcaperote</a:t>
            </a:r>
            <a:endParaRPr lang="en-US" sz="1200" b="0" i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648622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1D317CF2309C4E8DA448EE42D88B65" ma:contentTypeVersion="14" ma:contentTypeDescription="Crear nuevo documento." ma:contentTypeScope="" ma:versionID="499295a40b32042ffc1aa18e52107fb2">
  <xsd:schema xmlns:xsd="http://www.w3.org/2001/XMLSchema" xmlns:xs="http://www.w3.org/2001/XMLSchema" xmlns:p="http://schemas.microsoft.com/office/2006/metadata/properties" xmlns:ns2="e24c3f89-b1e2-4b5c-81e1-9b07710f5189" xmlns:ns3="ce845bb0-6f82-4cf9-8b02-3916bb6268df" targetNamespace="http://schemas.microsoft.com/office/2006/metadata/properties" ma:root="true" ma:fieldsID="cacbbaa88dffef174e809ab62d2fa790" ns2:_="" ns3:_="">
    <xsd:import namespace="e24c3f89-b1e2-4b5c-81e1-9b07710f5189"/>
    <xsd:import namespace="ce845bb0-6f82-4cf9-8b02-3916bb6268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4c3f89-b1e2-4b5c-81e1-9b07710f51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59dbaa74-2a60-464d-988b-bba989cac7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45bb0-6f82-4cf9-8b02-3916bb6268d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1e47c2f-83de-443c-9b77-fbf0d35e4197}" ma:internalName="TaxCatchAll" ma:showField="CatchAllData" ma:web="ce845bb0-6f82-4cf9-8b02-3916bb6268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4c3f89-b1e2-4b5c-81e1-9b07710f5189">
      <Terms xmlns="http://schemas.microsoft.com/office/infopath/2007/PartnerControls"/>
    </lcf76f155ced4ddcb4097134ff3c332f>
    <TaxCatchAll xmlns="ce845bb0-6f82-4cf9-8b02-3916bb6268df" xsi:nil="true"/>
  </documentManagement>
</p:properties>
</file>

<file path=customXml/itemProps1.xml><?xml version="1.0" encoding="utf-8"?>
<ds:datastoreItem xmlns:ds="http://schemas.openxmlformats.org/officeDocument/2006/customXml" ds:itemID="{D57BF0C9-4CDD-43A3-8A95-A49D62C2F2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4c3f89-b1e2-4b5c-81e1-9b07710f5189"/>
    <ds:schemaRef ds:uri="ce845bb0-6f82-4cf9-8b02-3916bb6268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FDDB250-E753-47E4-8ED1-CAC7AD183E6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79858A-5E67-489D-9BB4-CD604D981F2A}">
  <ds:schemaRefs>
    <ds:schemaRef ds:uri="http://schemas.microsoft.com/office/2006/metadata/properties"/>
    <ds:schemaRef ds:uri="http://schemas.microsoft.com/office/infopath/2007/PartnerControls"/>
    <ds:schemaRef ds:uri="e24c3f89-b1e2-4b5c-81e1-9b07710f5189"/>
    <ds:schemaRef ds:uri="ce845bb0-6f82-4cf9-8b02-3916bb6268d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10732</TotalTime>
  <Words>55</Words>
  <Application>Microsoft Office PowerPoint</Application>
  <PresentationFormat>On-screen Show (4:3)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-apple-system</vt:lpstr>
      <vt:lpstr>Aptos</vt:lpstr>
      <vt:lpstr>Arial</vt:lpstr>
      <vt:lpstr>Calibri</vt:lpstr>
      <vt:lpstr>Diseño personalizado</vt:lpstr>
      <vt:lpstr>¿Quién soy?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psoria</dc:creator>
  <cp:lastModifiedBy>Pablo Sanz</cp:lastModifiedBy>
  <cp:revision>383</cp:revision>
  <cp:lastPrinted>2018-06-15T07:54:48Z</cp:lastPrinted>
  <dcterms:created xsi:type="dcterms:W3CDTF">2014-05-13T08:36:54Z</dcterms:created>
  <dcterms:modified xsi:type="dcterms:W3CDTF">2025-11-15T13:53:18Z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0x010100D61D317CF2309C4E8DA448EE42D88B65</vt:lpwstr>
  </property>
</Properties>
</file>